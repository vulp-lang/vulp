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Vulp is a small statically typed language for competitive programming, compiled with LLVM. This talk shows the language through examples, then measures it against C++ and Python on six classic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Contestants choose between C++ (fast but boilerplate-heavy and unsafe) and Python (short but slow). Vulp aims to be both short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V1 feature list on one slide. Everything on the left is a complete program: no main, no includes, no I/O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TC: reads the testcase count and runs the block that many times. read uses a buffered reader, so there are no sync_with_stdio tricks, and it is as fast as the tuned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fib(40), dp fn takes 0.00157 s, close to process startup. The compiler checks the function's cache rules and resets input-dependent caches between testcases.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errors, dp purity violations and dangling references are rejected before the program runs. Runtime errors print the line and stop instead of producing a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Big-number problems up to 256 bits need no library. Narrow types are a memory and speed tool, as the ablation later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classic pipeline modelled on the vex compiler, lowering a typed AST straight to LLVM IR. About 6,800 lines of C++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problem has a Vulp, C++ and Python version. The harness checks that all of them print the same bytes before timing. Runs are interleaved and pinned to one CPU on the reference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allocations and LCS table representation account for the largest gaps in these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Tokens, not lines, so formatting does not matter. The Dijkstra outlier points at the most useful library addition for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Vulp builds take 0.05-0.06 s and the C++ builds take 0.96-1.05 s. The C++ sources include bits/stdc++.h. JIT startup adds roughly 16-35 ms to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dense problem, a table avoids hash lookups and stores each value in a compact array. The Fibonacci comparison shows the benefit of caching when plain recursion repeats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measured i32 table uses 38.1 MiB and takes 0.033 s; the 64-bit table uses 72.6 MiB and takes 0.048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independent reviewer agent attacked the compiler in a loop until it found nothing more. Every finding became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next step is tied to a number measured in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Needs CMake, a C++20 compiler and LLVM 18. Every number in this deck is reproduced by the scripts in docs/report/bench.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109728" cy="21488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5852160" cy="13716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600" b="1">
                <a:solidFill>
                  <a:srgbClr val="0B0B0B"/>
                </a:solidFill>
                <a:latin typeface="Calibri"/>
              </a:rPr>
              <a:t>Vulp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5486400" cy="11887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>
                <a:solidFill>
                  <a:srgbClr val="52514E"/>
                </a:solidFill>
                <a:latin typeface="Calibri"/>
              </a:rPr>
              <a:t>A language and compiler for competitive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31920"/>
            <a:ext cx="5486400" cy="11887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V1 project report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Vibhaas · October 2026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2A78D6"/>
                </a:solidFill>
                <a:latin typeface="Calibri"/>
              </a:rPr>
              <a:t>github.com/vulp-lang/vulp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17320"/>
            <a:ext cx="4846320" cy="3657600"/>
          </a:xfrm>
          <a:prstGeom prst="roundRect">
            <a:avLst>
              <a:gd name="adj" fmla="val 2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453896"/>
            <a:ext cx="4663440" cy="35844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dp fn fib(int n) -&gt; int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if n &lt;= 1: return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return fib(n - 1) + fib(n - 2);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TC: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read int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read int[n] a;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int best = a[0];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for x in a: best = max(best, 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println(fib(n), " ", best);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Contest code today: fast or short, rarely both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2077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520440" cy="914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10896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C++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10896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>
                <a:solidFill>
                  <a:srgbClr val="0B0B0B"/>
                </a:solidFill>
                <a:latin typeface="Calibri"/>
              </a:rPr>
              <a:t>Fast, but verbose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108960" cy="22860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Every solution repeats fast-I/O setup, the testcase loop and memo tables.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Out-of-bounds and overflow bugs fail silently.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600200"/>
            <a:ext cx="3520440" cy="3840480"/>
          </a:xfrm>
          <a:prstGeom prst="roundRect">
            <a:avLst>
              <a:gd name="adj" fmla="val 2077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79" y="1600200"/>
            <a:ext cx="3520440" cy="9144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874519"/>
            <a:ext cx="310896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F7A54"/>
                </a:solidFill>
                <a:latin typeface="Calibri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286000"/>
            <a:ext cx="310896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>
                <a:solidFill>
                  <a:srgbClr val="0B0B0B"/>
                </a:solidFill>
                <a:latin typeface="Calibri"/>
              </a:rPr>
              <a:t>Short, but slow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017520"/>
            <a:ext cx="3108960" cy="22860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4–26× slower than C++ on our benchmarks.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Often over the time limit; deep recursion needs workarounds.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600200"/>
            <a:ext cx="3520440" cy="3840480"/>
          </a:xfrm>
          <a:prstGeom prst="roundRect">
            <a:avLst>
              <a:gd name="adj" fmla="val 2077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1600200"/>
            <a:ext cx="3520440" cy="91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874519"/>
            <a:ext cx="310896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Vulp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286000"/>
            <a:ext cx="310896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>
                <a:solidFill>
                  <a:srgbClr val="0B0B0B"/>
                </a:solidFill>
                <a:latin typeface="Calibri"/>
              </a:rPr>
              <a:t>Short and fast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3017520"/>
            <a:ext cx="3108960" cy="22860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Contest constructs built into the language: TC:, read, dp fn, any-width integers.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Compiled with LLVM: C++ speed, with runtime checks.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Vulp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530352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Calibri"/>
              </a:rPr>
              <a:t>example.vp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435254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int MOD = 1_000_000_007;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dp fn ways(int n) -&gt; int {      # memoised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if n &lt;= 1: return 1;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return (ways(n - 1) + ways(n - 2)) % MOD;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TC: {                           # t testcases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read int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read int[n] a;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a.sort();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println(ways(n), " ", a);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8463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Integers iN / uN of 1–256 bits, rounded up to 8, 16, 32, 64, 128 or 256; int&lt;lo..hi&gt;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int, char, bool, float, string, arrays, vec, map, struct, ranges [1..n]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if / elif / else, while, for ( ; ; ), for x in …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Functions, &amp; references, recursion on a 1 GiB stack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dp fn: compiler-checked pure functions, memoised automatically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TC: testcase blocks, fast read / print / println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Run from source (LLVM JIT) or build a native executable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testcase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438912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Calibri"/>
              </a:rPr>
              <a:t>Vulp · 10 lines · 59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389120" cy="362102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TC: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read int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read int[n] a;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int best = a[0], cur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for x in a: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    cur = max(cur + x, 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    best = max(best, cur);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    println(best);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1417320"/>
            <a:ext cx="6309360" cy="4023360"/>
          </a:xfrm>
          <a:prstGeom prst="roundRect">
            <a:avLst>
              <a:gd name="adj" fmla="val 1818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40679" y="1472184"/>
            <a:ext cx="612648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Calibri"/>
              </a:rPr>
              <a:t>C++ · 20 lines · 134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79" y="1783080"/>
            <a:ext cx="6126480" cy="362102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#include &lt;bits/stdc++.h&gt;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using namespace std;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int main()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ios::sync_with_stdio(false); cin.tie(nullptr);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int t; cin &gt;&gt; t;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while (t--)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int n; cin &gt;&gt;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vector&lt;long long&gt; a(n);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for (auto&amp; x : a) cin &gt;&gt; x;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long long best = a[0], cur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for (long long x : a)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    cur = max(cur + x, x); best = max(best, cur);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cout &lt;&lt; best &lt;&lt; "\n";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solidFill>
            <a:srgbClr val="EAF2FC"/>
          </a:solidFill>
        </p:spPr>
        <p:txBody>
          <a:bodyPr wrap="square" lIns="73152" rIns="73152" tIns="73152" bIns="73152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200,000 testcases:   Vulp 0.055 s   ·   C++ 0.055 s   ·   Python 0.305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dp fn: write the recurrence, get the cache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53896"/>
            <a:ext cx="5303520" cy="19385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dp fn fib(int n) -&gt; int {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    if n &lt;= 1: return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    return fib(n - 1) + fib(n - 2);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read int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println(fib(n));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721608"/>
            <a:ext cx="64008" cy="124358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666744"/>
            <a:ext cx="237744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0.198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16552"/>
            <a:ext cx="237744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Vulp plain fib(40)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6118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3721608"/>
            <a:ext cx="64008" cy="12435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666744"/>
            <a:ext cx="237744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1.57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416552"/>
            <a:ext cx="237744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Vulp dp fn fib(40), 41 states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57800"/>
            <a:ext cx="548640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Plain C++: 0.107 s; plain Python: 8.26 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5303520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Checked by the compiler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5303520" cy="21031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Parameters: integers, chars or bools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Result: a scalar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No global writes or I/O, including through callees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May read globals: then its cache is cleared before every testcase, in O(1)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197096"/>
            <a:ext cx="5074920" cy="106984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$ vulpc -v examples/08_lcs_testcases.vp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[vulpc] dp fn lcs: memoised; cache cleared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Consolas"/>
              </a:rPr>
              <a:t>        before every TC iteration (reads globals)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Mistakes caught early, with clear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48640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At compile time (exit code 65)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19656"/>
            <a:ext cx="10927080" cy="20756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type.vp:2:6: semantic error: condition of 'if' must be bool, found i64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    if n % 2: println("odd");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         ^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purity.vp:3:5: semantic error: dp function 'f' must not modify global variables (its results are cached)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dangle.vp:6:11: semantic error: cannot pass an element of 'all' by reference together with 'all' itself: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                'grow' could resize or replace the container and leave the element reference dangling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    grow(all, all[0]);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              ^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548640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At run time (exit code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17720"/>
            <a:ext cx="6583680" cy="548640"/>
          </a:xfrm>
          <a:prstGeom prst="roundRect">
            <a:avLst>
              <a:gd name="adj" fmla="val 13333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54296"/>
            <a:ext cx="6400800" cy="4754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vulp runtime error (line 3): index 3 out of bounds for length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4526280"/>
            <a:ext cx="4251960" cy="11887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Bounds, division by zero, empty pop, end of input, input overflow. Cost: 11% on dense LCS, 0-2% elsewhere.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Integers of any 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852160" cy="2743200"/>
          </a:xfrm>
          <a:prstGeom prst="roundRect">
            <a:avLst>
              <a:gd name="adj" fmla="val 2666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66928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Calibri"/>
              </a:rPr>
              <a:t>widths.vp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669280" cy="2340863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int&lt;0..1000000007&gt; m = 1000000007;   # -&gt; i32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i21 small = 1000000;                 # -&gt; i32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i256 f = 1;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for i in [1..50]: f *= i;            # 50!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println("50! = ", f);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u128 two = 1;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two &lt;&lt;= 127;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println("2^127 = ", two);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74920"/>
            <a:ext cx="11109960" cy="777240"/>
          </a:xfrm>
          <a:prstGeom prst="roundRect">
            <a:avLst>
              <a:gd name="adj" fmla="val 9411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11496"/>
            <a:ext cx="10927080" cy="70408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50! = 30414093201713378043612608166064768844377641568960512000000000000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Consolas"/>
              </a:rPr>
              <a:t>2^127 = 170141183460469231731687303715884105728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371600"/>
            <a:ext cx="4983480" cy="35661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Any width from 1 to 256 bits, rounded up to 8, 16, 32, 64, 128 or 256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int&lt;lo..hi&gt; picks the smallest width that holds the range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Widths are storage: arithmetic on narrow types runs in 64 bits, so x * x cannot overflow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An i32 DP table halves memory and runs 1.4× faster than 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COMPILER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How the compiler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645920" cy="1051560"/>
          </a:xfrm>
          <a:prstGeom prst="roundRect">
            <a:avLst>
              <a:gd name="adj" fmla="val 6956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64592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Lexer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29968"/>
            <a:ext cx="164592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83080"/>
            <a:ext cx="32004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8A8984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554480"/>
            <a:ext cx="1645920" cy="1051560"/>
          </a:xfrm>
          <a:prstGeom prst="roundRect">
            <a:avLst>
              <a:gd name="adj" fmla="val 6956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627632"/>
            <a:ext cx="164592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Parser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029968"/>
            <a:ext cx="164592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Pratt · 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783080"/>
            <a:ext cx="32004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8A8984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1645920" cy="1051560"/>
          </a:xfrm>
          <a:prstGeom prst="roundRect">
            <a:avLst>
              <a:gd name="adj" fmla="val 6956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627632"/>
            <a:ext cx="164592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Sema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029968"/>
            <a:ext cx="164592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types · purity · aliasing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79" y="1783080"/>
            <a:ext cx="32004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8A8984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199" y="1554480"/>
            <a:ext cx="1645920" cy="1051560"/>
          </a:xfrm>
          <a:prstGeom prst="roundRect">
            <a:avLst>
              <a:gd name="adj" fmla="val 6956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9" y="1627632"/>
            <a:ext cx="164592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Codegen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2029968"/>
            <a:ext cx="164592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LLVM 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1783080"/>
            <a:ext cx="32004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8A8984"/>
                </a:solidFill>
                <a:latin typeface="Calibr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1645920" cy="1051560"/>
          </a:xfrm>
          <a:prstGeom prst="roundRect">
            <a:avLst>
              <a:gd name="adj" fmla="val 6956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627632"/>
            <a:ext cx="164592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LLVM -O2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9" y="2029968"/>
            <a:ext cx="164592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optimise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1783080"/>
            <a:ext cx="320040" cy="5486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8A8984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21240" y="1554480"/>
            <a:ext cx="1737360" cy="475488"/>
          </a:xfrm>
          <a:prstGeom prst="roundRect">
            <a:avLst>
              <a:gd name="adj" fmla="val 15384"/>
            </a:avLst>
          </a:prstGeom>
          <a:solidFill>
            <a:srgbClr val="FCFC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1572768"/>
            <a:ext cx="1737360" cy="43891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0B0B"/>
                </a:solidFill>
                <a:latin typeface="Calibri"/>
              </a:rPr>
              <a:t>JIT: run now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40" y="2130552"/>
            <a:ext cx="1737360" cy="475488"/>
          </a:xfrm>
          <a:prstGeom prst="roundRect">
            <a:avLst>
              <a:gd name="adj" fmla="val 15384"/>
            </a:avLst>
          </a:prstGeom>
          <a:solidFill>
            <a:srgbClr val="FCFC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2148840"/>
            <a:ext cx="1737360" cy="43891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0B0B"/>
                </a:solidFill>
                <a:latin typeface="Calibri"/>
              </a:rPr>
              <a:t>native binary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48640" y="3017520"/>
          <a:ext cx="603504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23360"/>
                <a:gridCol w="20116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Lines of C++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Lexer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471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Parser + AST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1,136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Semantic analysis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1,733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Code generation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1,945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Driver, diagnostics, CLI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Runtime library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1,031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6,818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949440" y="3017520"/>
            <a:ext cx="4709160" cy="32004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dp fn → a hash table, the body, and a wrapper every call goes through; O(1) reset per testcase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Value semantics without a GC: one owner per buffer, generated copy / free helpers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One code generator, two back ends: ORC JIT or object file + libvulprt.a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Benchmark: six classic problems, three languages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6949440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/>
                <a:gridCol w="2514600"/>
                <a:gridCol w="28346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Stresses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Sieve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primes ≤ 2·10⁷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tight array loops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Sort + I/O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10⁶ integers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parsing, sort, output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LCS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two 3000-char strings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2-D DP, 9·10⁶ states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Dijkstra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10⁵ V, 5·10⁵ E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structs, heap, refs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Testcases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2·10⁵ small tests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TC: and small reads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Map count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10⁶ ops, 64-bit keys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ordered map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417320"/>
            <a:ext cx="3794760" cy="4754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Vulp: vulpc -O2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C++: g++ -O2, idiomatic contest style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Python 3.12: idiomatic, built-ins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7 interleaved rounds, pinned to one CPU; median reported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All outputs byte-identical (SHA-256), or the run aborts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Seeded inputs; one script reproduces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Runtime: Vulp vs C++ and Python</a:t>
            </a:r>
          </a:p>
        </p:txBody>
      </p:sp>
      <p:pic>
        <p:nvPicPr>
          <p:cNvPr id="4" name="Picture 3" descr="runtime_vs_c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39062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463040"/>
            <a:ext cx="3474720" cy="47548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Within 17% of C++ on four tasks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Vulp is 4.6x to 19.5x faster than Python on five tasks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LCS: i32 tables, 1.37x C++ time; about 38 MiB each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Map counting is 1.42x C++ time and nearly equal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Code: 30–81% fewer tokens than C++</a:t>
            </a:r>
          </a:p>
        </p:txBody>
      </p:sp>
      <p:pic>
        <p:nvPicPr>
          <p:cNvPr id="4" name="Picture 3" descr="cod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451779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46304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17904"/>
            <a:ext cx="3246120" cy="347472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Calibri"/>
              </a:rPr>
              <a:t>All of sort + I/O: 22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28800"/>
            <a:ext cx="3246120" cy="11978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read int n;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read int[n] a;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a.sort();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0B0B0B"/>
                </a:solidFill>
                <a:latin typeface="Consolas"/>
              </a:rPr>
              <a:t>println(a);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291840"/>
            <a:ext cx="3429000" cy="292608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Shortest of the three languages on 5 of 6 problems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Dijkstra is longer: V1 has no priority queue, so the program carries a 30-line heap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Build in 0.05 s, or run straight from source</a:t>
            </a:r>
          </a:p>
        </p:txBody>
      </p:sp>
      <p:pic>
        <p:nvPicPr>
          <p:cNvPr id="4" name="Picture 3" descr="buil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3354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481328"/>
            <a:ext cx="64008" cy="11521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426464"/>
            <a:ext cx="315468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0.05–0.06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76272"/>
            <a:ext cx="3154680" cy="5120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vulpc: build a native executable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8803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2990088"/>
            <a:ext cx="64008" cy="115214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935224"/>
            <a:ext cx="315468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0.96–1.05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85032"/>
            <a:ext cx="3154680" cy="5120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g++ -O2 with &lt;bits/stdc++.h&gt;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38912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4498848"/>
            <a:ext cx="64008" cy="11521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4443983"/>
            <a:ext cx="315468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+16-35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193792"/>
            <a:ext cx="3154680" cy="51206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JIT: compile in memory and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Memoization and dense tables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7589520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1371600"/>
                <a:gridCol w="23774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Time (s)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Peak memory (MiB)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Vulp dp fn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1.581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675.7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Vulp i32 table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0.033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38.1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C++ bottom-up table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0.024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37.5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C++ recursion with unordered_map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0.579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323.4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0" y="1508760"/>
            <a:ext cx="3474720" cy="46634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LCS fills a dense 3000 by 3000 table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Vulp dp fn takes 1.581 s and uses 675.7 MiB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The Vulp i32 table is 48x faster and uses 18x less memory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dp fn is useful when recursion revisits states; a dense table suits this workload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Ablations: checks are cheap, widths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94360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Runtime checks on vs off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603504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1280160"/>
                <a:gridCol w="137160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Program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Checks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--no-checks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Sieve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0.041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0.041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Sort + I/O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0.100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0.099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LCS (dp fn)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1.555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1.551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LCS (table)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0.048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0.043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Dijkstra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0.080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0.080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Testcases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0.054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0.054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Map count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0.283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0.278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1280160"/>
            <a:ext cx="4754880" cy="4572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int vs i32 elements (LCS table)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949440" y="1737360"/>
          <a:ext cx="470916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109728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LCS table element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0.048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73 MiB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int + --no-checks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0.043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73 MiB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i32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0.032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38 MiB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i32 + --no-checks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0.027 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38 MiB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0" y="3840480"/>
            <a:ext cx="4709160" cy="21945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Checks cost 11% on dense LCS and 0-2% elsewhere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In the width experiment, i32 uses about half the memory and is 1.5x faster than 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Tested at every step, reviewed until satisfied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64008" cy="12435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26464"/>
            <a:ext cx="237744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76272"/>
            <a:ext cx="237744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4992" y="1481328"/>
            <a:ext cx="64008" cy="12435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26464"/>
            <a:ext cx="237744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34 ×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176272"/>
            <a:ext cx="237744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end-to-end programs: JIT, binary, poisoned frees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481328"/>
            <a:ext cx="64008" cy="12435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426464"/>
            <a:ext cx="237744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176272"/>
            <a:ext cx="237744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AddressSanitizer runs, 0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CFCFB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7696" y="1481328"/>
            <a:ext cx="64008" cy="12435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426464"/>
            <a:ext cx="2377440" cy="768096"/>
          </a:xfrm>
          <a:prstGeom prst="rect">
            <a:avLst/>
          </a:prstGeom>
          <a:noFill/>
        </p:spPr>
        <p:txBody>
          <a:bodyPr wrap="square" lIns="73152" rIns="73152" tIns="73152" bIns="73152" anchor="b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Calibri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2176272"/>
            <a:ext cx="2377440" cy="603504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review findings, all fixed + tested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3108960"/>
          <a:ext cx="1110996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188720"/>
                <a:gridCol w="90068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Round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Findings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73152" marR="73152" marT="27432" marB="27432" anchor="ctr">
                    <a:solidFill>
                      <a:srgbClr val="EAF2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memory never freed (1 GB loops), MIN / -1, O(capacity) dp reset, input overflow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dangling &amp; references after a resize, float → i256 crash, leaked temporaries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3–5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 + 1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aliasing bypass f(v, v), recursive-struct crash, evaluation order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6–7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 + 1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satisfied: 300 generated programs, 110 under ASan; + 1 self-found fix (erase key)</a:t>
                      </a:r>
                    </a:p>
                  </a:txBody>
                  <a:tcPr marL="73152" marR="73152" marT="27432" marB="27432" anchor="ctr"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394960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Not in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394960" cy="42062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Lambdas, generics, custom comparators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Priority queue and sorted set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Fixed-precision float output, line input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Runtime checks of int&lt;lo..hi&gt;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•  The &amp; rules are conservative: a few safe calls are rejected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25880"/>
            <a:ext cx="5394960" cy="50292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Next, guided by the measurements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94960" cy="420624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pq&lt;T&gt; and set&lt;T&gt;: removes Dijkstra's hand-written heap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Memo table specialised by key size, one probe per miss: target parity with C++ (2.7x slower on LCS)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Map values stored inline, for k, v in m: reduce the 1.42x gap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Suggest i32 when DP values provably fit (about half the memory in LCS)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Try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7315200" cy="1783080"/>
          </a:xfrm>
          <a:prstGeom prst="roundRect">
            <a:avLst>
              <a:gd name="adj" fmla="val 4102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53896"/>
            <a:ext cx="7132320" cy="1709928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cmake -S . -B build -G Ninja &amp;&amp; cmake --build build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./build/vulpc examples/01_hello.vp           # JIT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./build/vulpc examples/03_testcases.vp -o tc  # binary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./tc &lt; examples/03_testcases.in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(cd build &amp;&amp; ctest)                          # all tests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Consolas"/>
              </a:rPr>
              <a:t>python3 docs/report/bench/run_bench.py       #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417320"/>
            <a:ext cx="3474720" cy="310896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github.com/vulp-lang/vulp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docs/tutorial.md: step-by-step guide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docs/language.md: reference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docs/report/REPORT.md: this evaluation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•  examples/: 10 runnable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064240" cy="914400"/>
          </a:xfrm>
          <a:prstGeom prst="rect">
            <a:avLst/>
          </a:prstGeom>
          <a:noFill/>
        </p:spPr>
        <p:txBody>
          <a:bodyPr wrap="square" lIns="73152" rIns="73152" tIns="73152" bIns="73152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 lIns="73152" rIns="73152">
            <a:spAutoFit/>
          </a:bodyPr>
          <a:lstStyle/>
          <a:p>
            <a:r>
              <a:rPr sz="1000">
                <a:solidFill>
                  <a:srgbClr val="8A8984"/>
                </a:solidFill>
                <a:latin typeface="Calibri"/>
              </a:rPr>
              <a:t>Vulp V1  · 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