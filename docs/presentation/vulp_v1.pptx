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Vulp is a small statically typed language for competitive programming, compiled with LLVM. This talk shows the language through examples, then measures it against C++ and Python on six classic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Contestants choose between C++ (fast but boilerplate-heavy and unsafe) and Python (short but slow). Vulp aims to be both short and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V1 feature list on one slide. Everything on the left is a complete program: no main, no includes, no I/O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TC: reads the testcase count and runs the block that many times. read uses a buffered reader, so there are no sync_with_stdio tricks, and it is as fast as the tuned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dp turns a naive recursion into a memoised one. The compiler proves the function is safe to cache and decides whether the cache must be reset between testcases.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errors, dp purity violations and dangling references are rejected before the program runs. Runtime errors print the line and stop instead of producing a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Big-number problems up to 256 bits need no library. Narrow types are a memory and speed tool, as the ablation later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classic pipeline modelled on the vex compiler, lowering a typed AST straight to LLVM IR. About 6,800 lines of C++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problem has a Vulp, C++ and Python version. The harness checks that all of them print the same bytes before any time is recorded. Runs are interleaved because the machine is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of six problems are within 10% of C++. The two gaps are understood: the element width in the LCS table, and the map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Tokens, not lines, so formatting does not matter. The Dijkstra outlier points at the most useful library addition for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14× faster builds than g++, mostly because g++ parses all of bits/stdc++.h. The JIT adds only tens of milliseconds, so edit-run cycles are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 weak spot. A memoised recursion can't beat a table, but the memo table itself should reach parity with C++ unordered_map; the fixes are inside the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Bounds checks stay on by default because they are nearly free. Picking the element width is the bigger lever, and Vulp makes it a one-word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independent reviewer agent attacked the compiler in a loop until it found nothing more. Every finding became a regression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next step is tied to a number measured in this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Needs CMake, a C++20 compiler and LLVM 18. Every number in this deck is reproduced by the scripts in docs/report/bench.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9728" cy="21488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5852160" cy="1371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600" b="1">
                <a:solidFill>
                  <a:srgbClr val="0B0B0B"/>
                </a:solidFill>
                <a:latin typeface="Calibri"/>
              </a:rPr>
              <a:t>Vulp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548640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52514E"/>
                </a:solidFill>
                <a:latin typeface="Calibri"/>
              </a:rPr>
              <a:t>A language and compiler for competitive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548640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V1 project report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Vibhaas · October 2026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2A78D6"/>
                </a:solidFill>
                <a:latin typeface="Calibri"/>
              </a:rPr>
              <a:t>github.com/vulp-lang/vulp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41732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453896"/>
            <a:ext cx="4663440" cy="3584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dp fn fib(int n) -&gt; int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if n &lt;= 1: return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return fib(n - 1) + fib(n - 2);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TC: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read 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read int[n]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int best = a[0];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for x in a: best = max(best, 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println(fib(n), " ", best);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Contest code today: fast or short, rarely both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0440" cy="3840480"/>
          </a:xfrm>
          <a:prstGeom prst="roundRect">
            <a:avLst>
              <a:gd name="adj" fmla="val 2077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520440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108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B6834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089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0B0B0B"/>
                </a:solidFill>
                <a:latin typeface="Calibri"/>
              </a:rPr>
              <a:t>Fast, but verbose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108960" cy="2286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Every solution repeats fast-I/O setup, the testcase loop and memo tables.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Out-of-bounds and overflow bugs fail silently.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00200"/>
            <a:ext cx="3520440" cy="3840480"/>
          </a:xfrm>
          <a:prstGeom prst="roundRect">
            <a:avLst>
              <a:gd name="adj" fmla="val 2077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600200"/>
            <a:ext cx="3520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74519"/>
            <a:ext cx="3108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F7A54"/>
                </a:solidFill>
                <a:latin typeface="Calibr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86000"/>
            <a:ext cx="31089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0B0B0B"/>
                </a:solidFill>
                <a:latin typeface="Calibri"/>
              </a:rPr>
              <a:t>Short, but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017520"/>
            <a:ext cx="3108960" cy="2286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4–26× slower than C++ on our benchmarks.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Often over the time limit; deep recursion needs workarounds.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00200"/>
            <a:ext cx="3520440" cy="3840480"/>
          </a:xfrm>
          <a:prstGeom prst="roundRect">
            <a:avLst>
              <a:gd name="adj" fmla="val 2077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600200"/>
            <a:ext cx="3520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74519"/>
            <a:ext cx="3108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Vulp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286000"/>
            <a:ext cx="31089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0B0B0B"/>
                </a:solidFill>
                <a:latin typeface="Calibri"/>
              </a:rPr>
              <a:t>Short and 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017520"/>
            <a:ext cx="3108960" cy="2286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Contest constructs built into the language: TC:, read, dp fn, any-width integers.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Compiled with LLVM: C++ speed, with runtime checks.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Vulp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5303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Calibri"/>
              </a:rPr>
              <a:t>example.vp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3525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int MOD = 1_000_000_007;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dp fn ways(int n) -&gt; int {      # memoised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if n &lt;= 1: return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return (ways(n - 1) + ways(n - 2)) % MOD;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TC: {                           # t testcases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read 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read int[n]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a.sort();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println(ways(n), " ", a);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Integers iN / uN of 1–256 bits, rounded up to 8, 16, 32, 64, 128 or 256; int&lt;lo..hi&gt;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int, char, bool, float, string, arrays, vec, map, struct, ranges [1..n]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if / elif / else, while, for ( ; ; ), for x in …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Functions, &amp; references, recursion on a 1 GiB stack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dp fn: compiler-checked pure functions, memoised automatically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TC: testcase blocks, fast read / print / println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Run from source (LLVM JIT) or build a native executable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The testcase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43891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Calibri"/>
              </a:rPr>
              <a:t>Vulp · 10 lines · 59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389120" cy="3621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TC: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read 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read int[n]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int best = a[0], cur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for x in a: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    cur = max(cur + x, 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    best = max(best, cur);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    println(best);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41732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79" y="1472184"/>
            <a:ext cx="6126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Calibri"/>
              </a:rPr>
              <a:t>C++ · 20 lines · 134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79" y="1783080"/>
            <a:ext cx="6126480" cy="3621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#include &lt;bits/stdc++.h&gt;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using namespace std;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int main()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ios::sync_with_stdio(false); cin.tie(nullptr);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int t; cin &gt;&gt; 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while (t--)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int n;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vector&lt;long long&gt; a(n);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for (auto&amp; x : a) cin &gt;&gt;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long long best = a[0], cur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for (long long x : a)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    cur = max(cur + x, x); best = max(best, cur);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cout &lt;&lt; best &lt;&lt; "\n";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solidFill>
            <a:srgbClr val="EAF2FC"/>
          </a:solidFill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200,000 testcases:   Vulp 0.071 s   ·   C++ 0.073 s   ·   Python 0.383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dp fn: write the recurrence, get the cache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53896"/>
            <a:ext cx="5303520" cy="1938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dp fn fib(int n) -&gt; int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    if n &lt;= 1: return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    return fib(n - 1) + fib(n - 2);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println(fib(42));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721608"/>
            <a:ext cx="64008" cy="1243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66744"/>
            <a:ext cx="237744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0.92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2377440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fn fib(42): 867 million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611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3721608"/>
            <a:ext cx="64008" cy="1243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666744"/>
            <a:ext cx="237744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&lt; 0.01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416552"/>
            <a:ext cx="2377440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dp fn fib(42): 43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54864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The only difference is the keyword dp.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303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Checked by the 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5303520" cy="2103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Parameters: integers, chars or bools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Result: a scalar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No global writes, no I/O — also through callees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May read globals: then its cache is cleared before every testcase, in O(1)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605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97096"/>
            <a:ext cx="5074920" cy="10698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$ vulpc -v examples/08_lcs_testcases.vp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[vulpc] dp fn lcs: memoised; cache cleared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       before every TC iteration (reads globals)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Mistakes caught early, with clear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At compile time (exit code 65)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19656"/>
            <a:ext cx="10927080" cy="2075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type.vp:2:6: semantic error: condition of 'if' must be bool, found i64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    if n % 2: println("odd");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         ^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purity.vp:3:5: semantic error: dp function 'f' must not modify global variables (its results are cached)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dangle.vp:6:11: semantic error: cannot pass an element of 'all' by reference together with 'all' itself: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                'grow' could resize or replace the container and leave the element reference dangling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    grow(all, all[0]);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              ^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4864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At run time (exit code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54296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vulp runtime error (line 3): index 3 out of bounds for length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526280"/>
            <a:ext cx="425196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Bounds, division by zero, empty pop, end of input, input overflow. Cost: ≤ 10%; --no-checks removes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Integers of any width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852160" cy="2743200"/>
          </a:xfrm>
          <a:prstGeom prst="roundRect">
            <a:avLst>
              <a:gd name="adj" fmla="val 2666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56692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Calibri"/>
              </a:rPr>
              <a:t>widths.vp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2340863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int&lt;0..1000000007&gt; m = 1000000007;   # -&gt; i32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i21 small = 1000000;                 # -&gt; i32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i256 f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for i in [1..50]: f *= i;            # 50!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println("50! = ", f);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u128 two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two &lt;&lt;= 127;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println("2^127 = ", two);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1109960" cy="777240"/>
          </a:xfrm>
          <a:prstGeom prst="roundRect">
            <a:avLst>
              <a:gd name="adj" fmla="val 9411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11496"/>
            <a:ext cx="1092708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50! = 30414093201713378043612608166064768844377641568960512000000000000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2^127 = 170141183460469231731687303715884105728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983480" cy="3566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Any width from 1 to 256 bits, rounded up to 8, 16, 32, 64, 128 or 256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int&lt;lo..hi&gt; picks the smallest width that holds the range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Widths are storage: arithmetic on narrow types runs in 64 bits, so x * x cannot overflow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An i32 DP table halves memory and runs 1.4× faster than 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How the compiler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645920" cy="1051560"/>
          </a:xfrm>
          <a:prstGeom prst="roundRect">
            <a:avLst>
              <a:gd name="adj" fmla="val 6956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Lexer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29968"/>
            <a:ext cx="1645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320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8A8984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554480"/>
            <a:ext cx="1645920" cy="1051560"/>
          </a:xfrm>
          <a:prstGeom prst="roundRect">
            <a:avLst>
              <a:gd name="adj" fmla="val 6956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627632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Parser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029968"/>
            <a:ext cx="1645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Pratt · 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320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8A8984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554480"/>
            <a:ext cx="1645920" cy="1051560"/>
          </a:xfrm>
          <a:prstGeom prst="roundRect">
            <a:avLst>
              <a:gd name="adj" fmla="val 6956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627632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Sema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029968"/>
            <a:ext cx="1645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types · purity · aliasing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1783080"/>
            <a:ext cx="320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8A8984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1554480"/>
            <a:ext cx="1645920" cy="1051560"/>
          </a:xfrm>
          <a:prstGeom prst="roundRect">
            <a:avLst>
              <a:gd name="adj" fmla="val 6956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1627632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Codegen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2029968"/>
            <a:ext cx="1645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LLVM 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783080"/>
            <a:ext cx="320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8A8984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554480"/>
            <a:ext cx="1645920" cy="1051560"/>
          </a:xfrm>
          <a:prstGeom prst="roundRect">
            <a:avLst>
              <a:gd name="adj" fmla="val 6956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627632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LLVM -O2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2029968"/>
            <a:ext cx="1645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optimise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1783080"/>
            <a:ext cx="320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8A8984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554480"/>
            <a:ext cx="1737360" cy="475488"/>
          </a:xfrm>
          <a:prstGeom prst="roundRect">
            <a:avLst>
              <a:gd name="adj" fmla="val 15384"/>
            </a:avLst>
          </a:prstGeom>
          <a:solidFill>
            <a:srgbClr val="FCFC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572768"/>
            <a:ext cx="173736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JIT: run now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2130552"/>
            <a:ext cx="1737360" cy="475488"/>
          </a:xfrm>
          <a:prstGeom prst="roundRect">
            <a:avLst>
              <a:gd name="adj" fmla="val 15384"/>
            </a:avLst>
          </a:prstGeom>
          <a:solidFill>
            <a:srgbClr val="FCFC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148840"/>
            <a:ext cx="173736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native binary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3017520"/>
          <a:ext cx="603504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23360"/>
                <a:gridCol w="20116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Lines of C++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Lexer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Parser + AST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1,136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Semantic analysis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1,733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Code generation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1,945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Driver, diagnostics, CLI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502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Runtime library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1,031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6,818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49440" y="3017520"/>
            <a:ext cx="4709160" cy="3200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dp fn → a hash table, the body, and a wrapper every call goes through; O(1) reset per testcase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Value semantics without a GC: one owner per buffer, generated copy / free helpers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One code generator, two back ends: ORC JIT or object file + libvulprt.a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Benchmark: six classic problems, three languages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694944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251460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Stresses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Sieve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primes ≤ 2·10⁷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tight array loops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Sort + I/O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10⁶ integers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parsing, sort, output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LCS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two 3000-char strings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2-D DP, 9·10⁶ states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Dijkstra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10⁵ V, 5·10⁵ E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structs, heap, refs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Testcases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2·10⁵ small tests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TC: and small reads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Map count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10⁶ ops, 64-bit keys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ordered map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417320"/>
            <a:ext cx="3794760" cy="4754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Vulp: vulpc -O2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C++: g++ -O2, idiomatic contest style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Python 3.12: idiomatic, built-ins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7 interleaved rounds, pinned to one CPU; median reported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All outputs byte-identical (SHA-256), or the run aborts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Seeded inputs; one script reproduces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Runtime: C++ speed, 4.5–14× faster than Python</a:t>
            </a:r>
          </a:p>
        </p:txBody>
      </p:sp>
      <p:pic>
        <p:nvPicPr>
          <p:cNvPr id="4" name="Picture 3" descr="runtime_vs_c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498079" cy="3906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Equal to C++ on sieve, Dijkstra and testcases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10% faster on sort + I/O: Vulp's reader and printer beat untied iostreams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LCS table 1.88×: int (64-bit) vs C++'s 32-bit int; with i32 it is 1.13×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Map 1.46×: values in separate allocations, calls into the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Code: 30–81% fewer tokens than C++</a:t>
            </a:r>
          </a:p>
        </p:txBody>
      </p:sp>
      <p:pic>
        <p:nvPicPr>
          <p:cNvPr id="4" name="Picture 3" descr="cod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498079" cy="45177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4630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17904"/>
            <a:ext cx="32461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Calibri"/>
              </a:rPr>
              <a:t>All of sort + I/O: 22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28800"/>
            <a:ext cx="3246120" cy="11978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read 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read int[n]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a.sort();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println(a);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91840"/>
            <a:ext cx="3429000" cy="2926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Shortest of the three languages on 5 of 6 problems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Dijkstra is longer: V1 has no priority queue, so the program carries a 30-line heap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Build in 0.1 s, or run straight from source</a:t>
            </a:r>
          </a:p>
        </p:txBody>
      </p:sp>
      <p:pic>
        <p:nvPicPr>
          <p:cNvPr id="4" name="Picture 3" descr="buil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498079" cy="33549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3716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1481328"/>
            <a:ext cx="64008" cy="11521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426464"/>
            <a:ext cx="315468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0.09–0.13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76272"/>
            <a:ext cx="3154680" cy="5120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vulpc: build a native executable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8803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990088"/>
            <a:ext cx="64008" cy="115214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935224"/>
            <a:ext cx="315468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1.38–1.49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685032"/>
            <a:ext cx="3154680" cy="5120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g++ -O2 with &lt;bits/stdc++.h&gt;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3891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4498848"/>
            <a:ext cx="64008" cy="11521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443983"/>
            <a:ext cx="315468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+20–45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193792"/>
            <a:ext cx="3154680" cy="5120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JIT: compile in memory and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The price of dp fn</a:t>
            </a:r>
          </a:p>
        </p:txBody>
      </p:sp>
      <p:pic>
        <p:nvPicPr>
          <p:cNvPr id="4" name="Picture 3" descr="lcs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498079" cy="3019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On 9·10⁶ states, dp fn is 2.8× slower and 2.1× larger than hand-memoised C++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Causes: byte-wise hashing, two probes per miss, 28-byte entries, rehash on growth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Typical contest sizes (≤ 10⁶ states) still finish well under a second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A table is always faster: dp fn buys brevity and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Ablations: checks are cheap, widths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Runtime checks on vs off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03504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280160"/>
                <a:gridCol w="137160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Checks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--no-checks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Sieve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0.057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0.059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Sort + I/O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0.138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0.138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+1%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LCS (dp fn)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2.071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2.062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LCS (table)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0.060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0.054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Dijkstra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0.124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0.122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Testcases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0.072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0.071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+1%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Map count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0.537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0.552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280160"/>
            <a:ext cx="4754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int vs i32 elements (LCS table)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737360"/>
          <a:ext cx="470916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109728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LCS table element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0.061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72 MiB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int + --no-checks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0.055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72 MiB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i32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0.043 s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38 MiB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i32 + --no-checks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0.036 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38 MiB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3840480"/>
            <a:ext cx="4709160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Checks cost ≤ 10%, only in the innermost loop of a dense DP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One word, int → i32, halves memory and gives 1.4×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Tested at every step, reviewed until satisfied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64008" cy="1243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26464"/>
            <a:ext cx="237744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142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2377440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unit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1481328"/>
            <a:ext cx="64008" cy="1243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26464"/>
            <a:ext cx="237744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34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176272"/>
            <a:ext cx="2377440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end-to-end programs: JIT, binary, poisoned frees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481328"/>
            <a:ext cx="64008" cy="1243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426464"/>
            <a:ext cx="237744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176272"/>
            <a:ext cx="2377440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AddressSanitizer runs, 0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270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97696" y="1481328"/>
            <a:ext cx="64008" cy="1243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426464"/>
            <a:ext cx="2377440" cy="768096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176272"/>
            <a:ext cx="2377440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review findings, all fixed + tested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108960"/>
          <a:ext cx="11109960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188720"/>
                <a:gridCol w="90068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Findings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73152" marR="73152" marT="27432" marB="27432" anchor="ctr">
                    <a:solidFill>
                      <a:srgbClr val="EAF2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memory never freed (1 GB loops), MIN / -1, O(capacity) dp reset, input overflow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dangling &amp; references after a resize, float → i256 crash, leaked temporaries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7 + 1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aliasing bypass f(v, v), recursive-struct crash, evaluation order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6–7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0 + 1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satisfied: 300 generated programs, 110 under ASan; + 1 self-found fix (erase key)</a:t>
                      </a:r>
                    </a:p>
                  </a:txBody>
                  <a:tcPr marL="73152" marR="73152" marT="27432" marB="27432" anchor="ctr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394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Not in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Lambdas, generics, custom comparators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Priority queue and sorted set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Fixed-precision float output, line input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Runtime checks of int&lt;lo..hi&gt;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 The &amp; rules are conservative: a few safe calls are 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394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Next, guided by the measurements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94960" cy="4206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pq&lt;T&gt; and set&lt;T&gt;: removes Dijkstra's hand-written heap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Memo table specialised by key size, one probe per miss: target parity with C++ (now 2.8×)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Map values stored inline, for k, v in m: close the 1.46× gap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Suggest i32 when DP values provably fit (1.4×)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Try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7315200" cy="1783080"/>
          </a:xfrm>
          <a:prstGeom prst="roundRect">
            <a:avLst>
              <a:gd name="adj" fmla="val 4102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53896"/>
            <a:ext cx="7132320" cy="1709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cmake -S . -B build -G Ninja &amp;&amp; cmake --build build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./build/vulpc examples/01_hello.vp           # JIT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./build/vulpc examples/03_testcases.vp -o tc  # binary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./tc &lt; examples/03_testcases.in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(cd build &amp;&amp; ctest)                          # all tests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Consolas"/>
              </a:rPr>
              <a:t>python3 docs/report/bench/run_bench.py       #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17320"/>
            <a:ext cx="3474720" cy="3108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github.com/vulp-lang/vulp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docs/tutorial.md: step-by-step guide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docs/language.md: reference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docs/report/REPORT.md: this evaluation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examples/: 10 runnable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r>
              <a:rPr sz="1000">
                <a:solidFill>
                  <a:srgbClr val="8A8984"/>
                </a:solidFill>
                <a:latin typeface="Calibri"/>
              </a:rPr>
              <a:t>Vulp V1  ·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